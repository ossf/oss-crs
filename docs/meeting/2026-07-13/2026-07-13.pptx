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change this a bit
- Bug-finding workflow
- Multi-source single agent
- Knowledge across time
- Knowledge across tools
- Bug-Fixing and Report Generation
- Rust CRS
- Target selection
Scope: a single bug-finding agent performs quite well
OSS-CRS should systemize the bug-finding agent in a way that it can be deployed against a single target, and be done hands-off
Problem: store context across multiple projects
Problem: store context over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2026-07-13T16:59:06Z</dcterms:created>
  <dcterms:modified xsi:type="dcterms:W3CDTF">2026-07-13T16:59:06Z</dcterms:modified>
</cp:coreProperties>
</file>